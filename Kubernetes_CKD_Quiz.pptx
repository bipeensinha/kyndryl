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Basics: CKD Practice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Topics: ConfigMap, CRD, Pod, Deployment, Blue-Green and Canary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Which of the following command creates a </a:t>
            </a:r>
            <a:r>
              <a:rPr sz="2000" dirty="0" err="1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from a literal key-value pair?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kubectl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create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app-config --from-file=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app.properties</a:t>
            </a:r>
            <a:endParaRPr sz="1800" b="1" dirty="0">
              <a:solidFill>
                <a:srgbClr val="FF0000"/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kubectl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create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app-config --from-env-file=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env.list</a:t>
            </a:r>
            <a:endParaRPr sz="1800" b="1" dirty="0">
              <a:solidFill>
                <a:srgbClr val="FF0000"/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kubectl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create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app-config --from-literal=env=prod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kubectl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create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app-config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Which of the following command creates a </a:t>
            </a:r>
            <a:r>
              <a:rPr sz="2000" dirty="0" err="1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from a literal key-value pair?</a:t>
            </a:r>
          </a:p>
          <a:p>
            <a:pPr lvl="1"/>
            <a:r>
              <a:rPr dirty="0"/>
              <a:t>a) </a:t>
            </a:r>
            <a:r>
              <a:rPr dirty="0" err="1"/>
              <a:t>kubectl</a:t>
            </a:r>
            <a:r>
              <a:rPr dirty="0"/>
              <a:t> create </a:t>
            </a:r>
            <a:r>
              <a:rPr dirty="0" err="1"/>
              <a:t>configmap</a:t>
            </a:r>
            <a:r>
              <a:rPr dirty="0"/>
              <a:t> app-config --from-file=</a:t>
            </a:r>
            <a:r>
              <a:rPr dirty="0" err="1"/>
              <a:t>app.properties</a:t>
            </a:r>
            <a:endParaRPr dirty="0"/>
          </a:p>
          <a:p>
            <a:pPr lvl="1"/>
            <a:r>
              <a:rPr dirty="0"/>
              <a:t>b) </a:t>
            </a:r>
            <a:r>
              <a:rPr dirty="0" err="1"/>
              <a:t>kubectl</a:t>
            </a:r>
            <a:r>
              <a:rPr dirty="0"/>
              <a:t> create </a:t>
            </a:r>
            <a:r>
              <a:rPr dirty="0" err="1"/>
              <a:t>configmap</a:t>
            </a:r>
            <a:r>
              <a:rPr dirty="0"/>
              <a:t> app-config --from-env-file=</a:t>
            </a:r>
            <a:r>
              <a:rPr dirty="0" err="1"/>
              <a:t>env.list</a:t>
            </a:r>
            <a:endParaRPr dirty="0"/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</a:t>
            </a:r>
            <a:r>
              <a:rPr dirty="0" err="1"/>
              <a:t>kubectl</a:t>
            </a:r>
            <a:r>
              <a:rPr dirty="0"/>
              <a:t> create </a:t>
            </a:r>
            <a:r>
              <a:rPr dirty="0" err="1"/>
              <a:t>configmap</a:t>
            </a:r>
            <a:r>
              <a:rPr dirty="0"/>
              <a:t> app-config --from-literal=env=prod</a:t>
            </a:r>
          </a:p>
          <a:p>
            <a:pPr lvl="1"/>
            <a:r>
              <a:rPr dirty="0"/>
              <a:t>d) </a:t>
            </a:r>
            <a:r>
              <a:rPr dirty="0" err="1"/>
              <a:t>kubectl</a:t>
            </a:r>
            <a:r>
              <a:rPr dirty="0"/>
              <a:t> create </a:t>
            </a:r>
            <a:r>
              <a:rPr dirty="0" err="1"/>
              <a:t>configmap</a:t>
            </a:r>
            <a:r>
              <a:rPr dirty="0"/>
              <a:t> app-config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the main use of a </a:t>
            </a:r>
            <a:r>
              <a:rPr sz="2000" dirty="0" err="1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in Kubernetes?</a:t>
            </a:r>
          </a:p>
          <a:p>
            <a:pPr lvl="1"/>
            <a:r>
              <a:rPr sz="1600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Store container images</a:t>
            </a:r>
          </a:p>
          <a:p>
            <a:pPr lvl="1"/>
            <a:r>
              <a:rPr sz="1600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Store configuration data in key-value pairs</a:t>
            </a:r>
          </a:p>
          <a:p>
            <a:pPr lvl="1"/>
            <a:r>
              <a:rPr sz="1600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Provide persistent storage</a:t>
            </a:r>
          </a:p>
          <a:p>
            <a:pPr lvl="1"/>
            <a:r>
              <a:rPr sz="1600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Define resource limits for pods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the main use of a </a:t>
            </a:r>
            <a:r>
              <a:rPr sz="2000" dirty="0" err="1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in Kubernetes?</a:t>
            </a:r>
          </a:p>
          <a:p>
            <a:pPr lvl="1"/>
            <a:r>
              <a:rPr dirty="0"/>
              <a:t>a) Store container images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Store configuration data in key-value pairs</a:t>
            </a:r>
          </a:p>
          <a:p>
            <a:pPr lvl="1"/>
            <a:r>
              <a:rPr dirty="0"/>
              <a:t>c) Provide persistent storage</a:t>
            </a:r>
          </a:p>
          <a:p>
            <a:pPr lvl="1"/>
            <a:r>
              <a:rPr dirty="0"/>
              <a:t>d) Define resource limits for pods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a Custom Resource Definition (CRD) used for?</a:t>
            </a: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To create a custom pod network</a:t>
            </a: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To define a new API resource type in Kubernetes</a:t>
            </a: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To control RBAC policies</a:t>
            </a: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To manage </a:t>
            </a:r>
            <a:r>
              <a:rPr sz="20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kubelet</a:t>
            </a:r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configurations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a Custom Resource Definition (CRD) used for?</a:t>
            </a:r>
          </a:p>
          <a:p>
            <a:pPr lvl="1"/>
            <a:r>
              <a:rPr dirty="0"/>
              <a:t>a) To create a custom pod network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To define a new API resource type in Kubernetes</a:t>
            </a:r>
          </a:p>
          <a:p>
            <a:pPr lvl="1"/>
            <a:r>
              <a:rPr dirty="0"/>
              <a:t>c) To control RBAC policies</a:t>
            </a:r>
          </a:p>
          <a:p>
            <a:pPr lvl="1"/>
            <a:r>
              <a:rPr dirty="0"/>
              <a:t>d) To manage </a:t>
            </a:r>
            <a:r>
              <a:rPr dirty="0" err="1"/>
              <a:t>kubelet</a:t>
            </a:r>
            <a:r>
              <a:rPr dirty="0"/>
              <a:t> configurations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Which API group do Custom Resource Definitions (CRDs) belong to?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core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apps/v1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apiextensions.k8s.io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custom.k8s.io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Which API group do Custom Resource Definitions (CRDs) belong to?</a:t>
            </a:r>
          </a:p>
          <a:p>
            <a:pPr lvl="1"/>
            <a:r>
              <a:rPr dirty="0"/>
              <a:t>a) core</a:t>
            </a:r>
          </a:p>
          <a:p>
            <a:pPr lvl="1"/>
            <a:r>
              <a:rPr dirty="0"/>
              <a:t>b) apps/v1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apiextensions.k8s.io</a:t>
            </a:r>
          </a:p>
          <a:p>
            <a:pPr lvl="1"/>
            <a:r>
              <a:rPr dirty="0"/>
              <a:t>d) custom.k8s.io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Which object ensures that the specified number of pod replicas are always running?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Service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</a:t>
            </a:r>
            <a:r>
              <a:rPr sz="18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endParaRPr sz="1800" b="1" dirty="0">
              <a:solidFill>
                <a:srgbClr val="FF0000"/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Deployment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Namespace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Which object ensures that the specified number of pod replicas are always running?</a:t>
            </a:r>
          </a:p>
          <a:p>
            <a:pPr lvl="1"/>
            <a:r>
              <a:rPr dirty="0"/>
              <a:t>a) Service</a:t>
            </a:r>
          </a:p>
          <a:p>
            <a:pPr lvl="1"/>
            <a:r>
              <a:rPr dirty="0"/>
              <a:t>b) </a:t>
            </a:r>
            <a:r>
              <a:rPr dirty="0" err="1"/>
              <a:t>ConfigMap</a:t>
            </a:r>
            <a:endParaRPr dirty="0"/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Deployment</a:t>
            </a:r>
          </a:p>
          <a:p>
            <a:pPr lvl="1"/>
            <a:r>
              <a:rPr dirty="0"/>
              <a:t>d) Namespace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the smallest deployable unit in Kubernetes?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Node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Pod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Deployment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Container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the smallest deployable unit in Kubernetes?</a:t>
            </a:r>
          </a:p>
          <a:p>
            <a:pPr lvl="1"/>
            <a:r>
              <a:rPr dirty="0"/>
              <a:t>a) Node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Pod</a:t>
            </a:r>
          </a:p>
          <a:p>
            <a:pPr lvl="1"/>
            <a:r>
              <a:rPr dirty="0"/>
              <a:t>c) Deployment</a:t>
            </a:r>
          </a:p>
          <a:p>
            <a:pPr lvl="1"/>
            <a:r>
              <a:rPr dirty="0"/>
              <a:t>d) Container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a key advantage of Blue-Green Deployment?</a:t>
            </a:r>
          </a:p>
          <a:p>
            <a:pPr lvl="1"/>
            <a:r>
              <a:rPr sz="1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Fast scaling</a:t>
            </a:r>
          </a:p>
          <a:p>
            <a:pPr lvl="1"/>
            <a:r>
              <a:rPr sz="1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Lower resource usage</a:t>
            </a:r>
          </a:p>
          <a:p>
            <a:pPr lvl="1"/>
            <a:r>
              <a:rPr sz="1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Easy rollback</a:t>
            </a:r>
          </a:p>
          <a:p>
            <a:pPr lvl="1"/>
            <a:r>
              <a:rPr sz="1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Higher availability of single pod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What is a key advantage of Blue-Green Deployment?</a:t>
            </a:r>
          </a:p>
          <a:p>
            <a:pPr lvl="1"/>
            <a:r>
              <a:rPr dirty="0"/>
              <a:t>a) Fast scaling</a:t>
            </a:r>
          </a:p>
          <a:p>
            <a:pPr lvl="1"/>
            <a:r>
              <a:rPr dirty="0"/>
              <a:t>b) Lower resource usage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Easy rollback</a:t>
            </a:r>
          </a:p>
          <a:p>
            <a:pPr lvl="1"/>
            <a:r>
              <a:rPr dirty="0"/>
              <a:t>d) Higher availability of single pod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In canary deployment, how is the new version tested?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All users are switched at once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Only a small percentage of traffic is sent to the new version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Only developers test it manually</a:t>
            </a:r>
          </a:p>
          <a:p>
            <a:pPr lvl="1"/>
            <a:r>
              <a:rPr sz="18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It uses Helm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In canary deployment, how is the new version tested?</a:t>
            </a:r>
          </a:p>
          <a:p>
            <a:pPr lvl="1"/>
            <a:r>
              <a:rPr dirty="0"/>
              <a:t>a) All users are switched at once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Only a small percentage of traffic is sent to the new version</a:t>
            </a:r>
          </a:p>
          <a:p>
            <a:pPr lvl="1"/>
            <a:r>
              <a:rPr dirty="0"/>
              <a:t>c) Only developers test it manually</a:t>
            </a:r>
          </a:p>
          <a:p>
            <a:pPr lvl="1"/>
            <a:r>
              <a:rPr dirty="0"/>
              <a:t>d) It uses Helm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In canary deployment, how do you gradually shift traffic?</a:t>
            </a:r>
          </a:p>
          <a:p>
            <a:pPr lvl="1"/>
            <a:r>
              <a:rPr sz="2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Scale the canary replica to 100%</a:t>
            </a:r>
          </a:p>
          <a:p>
            <a:pPr lvl="1"/>
            <a:r>
              <a:rPr sz="2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Manually update the Service selector to point to canary pods</a:t>
            </a:r>
          </a:p>
          <a:p>
            <a:pPr lvl="1"/>
            <a:r>
              <a:rPr sz="2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Use weighted routing or multiple services</a:t>
            </a:r>
          </a:p>
          <a:p>
            <a:pPr lvl="1"/>
            <a:r>
              <a:rPr sz="24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Delete old pods 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canary deployment, how do you gradually shift traffic?</a:t>
            </a:r>
          </a:p>
          <a:p>
            <a:pPr lvl="1"/>
            <a:r>
              <a:rPr dirty="0"/>
              <a:t>a) Scale the canary replica to 100%</a:t>
            </a:r>
          </a:p>
          <a:p>
            <a:pPr lvl="1"/>
            <a:r>
              <a:rPr dirty="0"/>
              <a:t>b) Manually update the Service selector to point to canary pods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Use weighted routing or multiple services</a:t>
            </a:r>
          </a:p>
          <a:p>
            <a:pPr lvl="1"/>
            <a:r>
              <a:rPr dirty="0"/>
              <a:t>d) Delete old pods 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 pod wants to read config data from a </a:t>
            </a:r>
            <a:r>
              <a:rPr sz="2000" dirty="0" err="1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</a:t>
            </a:r>
            <a:r>
              <a:rPr sz="20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. What field is used in the pod spec?</a:t>
            </a: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a) volumes</a:t>
            </a: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b) </a:t>
            </a:r>
            <a:r>
              <a:rPr sz="20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configMapRef</a:t>
            </a:r>
            <a:endParaRPr sz="2000" b="1" dirty="0">
              <a:solidFill>
                <a:srgbClr val="FF0000"/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c) </a:t>
            </a:r>
            <a:r>
              <a:rPr sz="2000" b="1" dirty="0" err="1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envFrom</a:t>
            </a:r>
            <a:endParaRPr sz="2000" b="1" dirty="0">
              <a:solidFill>
                <a:srgbClr val="FF0000"/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lvl="1"/>
            <a:r>
              <a:rPr sz="2000" b="1" dirty="0">
                <a:solidFill>
                  <a:srgbClr val="FF0000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d) annotations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pod wants to read config data from a </a:t>
            </a:r>
            <a:r>
              <a:rPr dirty="0" err="1"/>
              <a:t>ConfigMap</a:t>
            </a:r>
            <a:r>
              <a:rPr dirty="0"/>
              <a:t>. What field is used in the pod spec?</a:t>
            </a:r>
          </a:p>
          <a:p>
            <a:pPr lvl="1"/>
            <a:r>
              <a:rPr dirty="0"/>
              <a:t>a) volumes</a:t>
            </a:r>
          </a:p>
          <a:p>
            <a:pPr lvl="1"/>
            <a:r>
              <a:rPr dirty="0"/>
              <a:t>b) </a:t>
            </a:r>
            <a:r>
              <a:rPr dirty="0" err="1"/>
              <a:t>configMapRef</a:t>
            </a:r>
            <a:endParaRPr dirty="0"/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</a:t>
            </a:r>
            <a:r>
              <a:rPr dirty="0" err="1"/>
              <a:t>envFrom</a:t>
            </a:r>
            <a:endParaRPr dirty="0"/>
          </a:p>
          <a:p>
            <a:pPr lvl="1"/>
            <a:r>
              <a:rPr dirty="0"/>
              <a:t>d) annotations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780</Words>
  <Application>Microsoft Office PowerPoint</Application>
  <PresentationFormat>On-screen Show (4:3)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Kubernetes Basics: CKD Practice Questions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Info Desk</cp:lastModifiedBy>
  <cp:revision>2</cp:revision>
  <dcterms:created xsi:type="dcterms:W3CDTF">2013-01-27T09:14:16Z</dcterms:created>
  <dcterms:modified xsi:type="dcterms:W3CDTF">2025-07-17T03:56:49Z</dcterms:modified>
  <cp:category/>
</cp:coreProperties>
</file>
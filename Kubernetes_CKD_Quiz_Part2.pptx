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Kubernetes CKD: Practice Questions - Part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Topics: Logs, Describe, Events, Multi-container Pods, Helm, RBAC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556171" cy="4525963"/>
          </a:xfrm>
        </p:spPr>
        <p:txBody>
          <a:bodyPr/>
          <a:lstStyle/>
          <a:p>
            <a:r>
              <a:rPr dirty="0"/>
              <a:t>Which command is used to check the logs of a running pod?</a:t>
            </a:r>
          </a:p>
          <a:p>
            <a:pPr lvl="1"/>
            <a:r>
              <a:rPr sz="3600" b="1" dirty="0">
                <a:solidFill>
                  <a:srgbClr val="FF0000"/>
                </a:solidFill>
              </a:rPr>
              <a:t>a) </a:t>
            </a:r>
            <a:r>
              <a:rPr sz="3600" b="1" dirty="0" err="1">
                <a:solidFill>
                  <a:srgbClr val="FF0000"/>
                </a:solidFill>
              </a:rPr>
              <a:t>kubectl</a:t>
            </a:r>
            <a:r>
              <a:rPr sz="3600" b="1" dirty="0">
                <a:solidFill>
                  <a:srgbClr val="FF0000"/>
                </a:solidFill>
              </a:rPr>
              <a:t> get logs &lt;pod-name&gt;</a:t>
            </a:r>
          </a:p>
          <a:p>
            <a:pPr lvl="1"/>
            <a:r>
              <a:rPr sz="3600" b="1" dirty="0">
                <a:solidFill>
                  <a:srgbClr val="FF0000"/>
                </a:solidFill>
              </a:rPr>
              <a:t>b) </a:t>
            </a:r>
            <a:r>
              <a:rPr sz="3600" b="1" dirty="0" err="1">
                <a:solidFill>
                  <a:srgbClr val="FF0000"/>
                </a:solidFill>
              </a:rPr>
              <a:t>kubectl</a:t>
            </a:r>
            <a:r>
              <a:rPr sz="3600" b="1" dirty="0">
                <a:solidFill>
                  <a:srgbClr val="FF0000"/>
                </a:solidFill>
              </a:rPr>
              <a:t> logs &lt;pod-name&gt;</a:t>
            </a:r>
          </a:p>
          <a:p>
            <a:pPr lvl="1"/>
            <a:r>
              <a:rPr sz="3600" b="1" dirty="0">
                <a:solidFill>
                  <a:srgbClr val="FF0000"/>
                </a:solidFill>
              </a:rPr>
              <a:t>c) </a:t>
            </a:r>
            <a:r>
              <a:rPr sz="3600" b="1" dirty="0" err="1">
                <a:solidFill>
                  <a:srgbClr val="FF0000"/>
                </a:solidFill>
              </a:rPr>
              <a:t>kubectl</a:t>
            </a:r>
            <a:r>
              <a:rPr sz="3600" b="1" dirty="0">
                <a:solidFill>
                  <a:srgbClr val="FF0000"/>
                </a:solidFill>
              </a:rPr>
              <a:t> describe logs &lt;pod-name&gt;</a:t>
            </a:r>
          </a:p>
          <a:p>
            <a:pPr lvl="1"/>
            <a:r>
              <a:rPr sz="3600" b="1" dirty="0">
                <a:solidFill>
                  <a:srgbClr val="FF0000"/>
                </a:solidFill>
              </a:rPr>
              <a:t>d) </a:t>
            </a:r>
            <a:r>
              <a:rPr sz="3600" b="1" dirty="0" err="1">
                <a:solidFill>
                  <a:srgbClr val="FF0000"/>
                </a:solidFill>
              </a:rPr>
              <a:t>kubectl</a:t>
            </a:r>
            <a:r>
              <a:rPr sz="3600" b="1" dirty="0">
                <a:solidFill>
                  <a:srgbClr val="FF0000"/>
                </a:solidFill>
              </a:rPr>
              <a:t> view logs &lt;pod-name&gt;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command is used to check the logs of a running pod?</a:t>
            </a:r>
          </a:p>
          <a:p>
            <a:pPr lvl="2"/>
            <a:r>
              <a:rPr sz="3200" dirty="0"/>
              <a:t>a) </a:t>
            </a:r>
            <a:r>
              <a:rPr sz="3200" dirty="0" err="1"/>
              <a:t>kubectl</a:t>
            </a:r>
            <a:r>
              <a:rPr sz="3200" dirty="0"/>
              <a:t> get logs &lt;pod-name&gt;</a:t>
            </a:r>
          </a:p>
          <a:p>
            <a:pPr lvl="2">
              <a:defRPr b="1">
                <a:solidFill>
                  <a:srgbClr val="008000"/>
                </a:solidFill>
              </a:defRPr>
            </a:pPr>
            <a:r>
              <a:rPr sz="3200" dirty="0"/>
              <a:t>b) </a:t>
            </a:r>
            <a:r>
              <a:rPr sz="3200" dirty="0" err="1"/>
              <a:t>kubectl</a:t>
            </a:r>
            <a:r>
              <a:rPr sz="3200" dirty="0"/>
              <a:t> logs &lt;pod-name&gt;</a:t>
            </a:r>
          </a:p>
          <a:p>
            <a:pPr lvl="2"/>
            <a:r>
              <a:rPr sz="3200" dirty="0"/>
              <a:t>c) </a:t>
            </a:r>
            <a:r>
              <a:rPr sz="3200" dirty="0" err="1"/>
              <a:t>kubectl</a:t>
            </a:r>
            <a:r>
              <a:rPr sz="3200" dirty="0"/>
              <a:t> describe logs &lt;pod-name&gt;</a:t>
            </a:r>
          </a:p>
          <a:p>
            <a:pPr lvl="2"/>
            <a:r>
              <a:rPr sz="3200" dirty="0"/>
              <a:t>d) </a:t>
            </a:r>
            <a:r>
              <a:rPr sz="3200" dirty="0" err="1"/>
              <a:t>kubectl</a:t>
            </a:r>
            <a:r>
              <a:rPr sz="3200" dirty="0"/>
              <a:t> view logs &lt;pod-name&gt;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command displays detailed information about a pod?</a:t>
            </a:r>
          </a:p>
          <a:p>
            <a:pPr lvl="2"/>
            <a:r>
              <a:rPr sz="3600" b="1" dirty="0">
                <a:solidFill>
                  <a:srgbClr val="FF0000"/>
                </a:solidFill>
              </a:rPr>
              <a:t>a) </a:t>
            </a:r>
            <a:r>
              <a:rPr sz="3600" b="1" dirty="0" err="1">
                <a:solidFill>
                  <a:srgbClr val="FF0000"/>
                </a:solidFill>
              </a:rPr>
              <a:t>kubectl</a:t>
            </a:r>
            <a:r>
              <a:rPr sz="3600" b="1" dirty="0">
                <a:solidFill>
                  <a:srgbClr val="FF0000"/>
                </a:solidFill>
              </a:rPr>
              <a:t> info pod &lt;pod-name&gt;</a:t>
            </a:r>
          </a:p>
          <a:p>
            <a:pPr lvl="2"/>
            <a:r>
              <a:rPr sz="3600" b="1" dirty="0">
                <a:solidFill>
                  <a:srgbClr val="FF0000"/>
                </a:solidFill>
              </a:rPr>
              <a:t>b) </a:t>
            </a:r>
            <a:r>
              <a:rPr sz="3600" b="1" dirty="0" err="1">
                <a:solidFill>
                  <a:srgbClr val="FF0000"/>
                </a:solidFill>
              </a:rPr>
              <a:t>kubectl</a:t>
            </a:r>
            <a:r>
              <a:rPr sz="3600" b="1" dirty="0">
                <a:solidFill>
                  <a:srgbClr val="FF0000"/>
                </a:solidFill>
              </a:rPr>
              <a:t> details pod &lt;pod-name&gt;</a:t>
            </a:r>
          </a:p>
          <a:p>
            <a:pPr lvl="2"/>
            <a:r>
              <a:rPr sz="3600" b="1" dirty="0">
                <a:solidFill>
                  <a:srgbClr val="FF0000"/>
                </a:solidFill>
              </a:rPr>
              <a:t>c) </a:t>
            </a:r>
            <a:r>
              <a:rPr sz="3600" b="1" dirty="0" err="1">
                <a:solidFill>
                  <a:srgbClr val="FF0000"/>
                </a:solidFill>
              </a:rPr>
              <a:t>kubectl</a:t>
            </a:r>
            <a:r>
              <a:rPr sz="3600" b="1" dirty="0">
                <a:solidFill>
                  <a:srgbClr val="FF0000"/>
                </a:solidFill>
              </a:rPr>
              <a:t> describe pod &lt;pod-name&gt;</a:t>
            </a:r>
          </a:p>
          <a:p>
            <a:pPr lvl="2"/>
            <a:r>
              <a:rPr sz="3600" b="1" dirty="0">
                <a:solidFill>
                  <a:srgbClr val="FF0000"/>
                </a:solidFill>
              </a:rPr>
              <a:t>d) </a:t>
            </a:r>
            <a:r>
              <a:rPr sz="3600" b="1" dirty="0" err="1">
                <a:solidFill>
                  <a:srgbClr val="FF0000"/>
                </a:solidFill>
              </a:rPr>
              <a:t>kubectl</a:t>
            </a:r>
            <a:r>
              <a:rPr sz="3600" b="1" dirty="0">
                <a:solidFill>
                  <a:srgbClr val="FF0000"/>
                </a:solidFill>
              </a:rPr>
              <a:t> view pod &lt;pod-name&gt;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command displays detailed information about a pod?</a:t>
            </a:r>
          </a:p>
          <a:p>
            <a:pPr lvl="1"/>
            <a:r>
              <a:rPr dirty="0"/>
              <a:t>a) </a:t>
            </a:r>
            <a:r>
              <a:rPr dirty="0" err="1"/>
              <a:t>kubectl</a:t>
            </a:r>
            <a:r>
              <a:rPr dirty="0"/>
              <a:t> info pod &lt;pod-name&gt;</a:t>
            </a:r>
          </a:p>
          <a:p>
            <a:pPr lvl="1"/>
            <a:r>
              <a:rPr dirty="0"/>
              <a:t>b) </a:t>
            </a:r>
            <a:r>
              <a:rPr dirty="0" err="1"/>
              <a:t>kubectl</a:t>
            </a:r>
            <a:r>
              <a:rPr dirty="0"/>
              <a:t> details pod &lt;pod-name&gt;</a:t>
            </a:r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rPr dirty="0"/>
              <a:t>c) </a:t>
            </a:r>
            <a:r>
              <a:rPr dirty="0" err="1"/>
              <a:t>kubectl</a:t>
            </a:r>
            <a:r>
              <a:rPr dirty="0"/>
              <a:t> describe pod &lt;pod-name&gt;</a:t>
            </a:r>
          </a:p>
          <a:p>
            <a:pPr lvl="1"/>
            <a:r>
              <a:rPr dirty="0"/>
              <a:t>d) </a:t>
            </a:r>
            <a:r>
              <a:rPr dirty="0" err="1"/>
              <a:t>kubectl</a:t>
            </a:r>
            <a:r>
              <a:rPr dirty="0"/>
              <a:t> view pod &lt;pod-name&gt;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command is used to view events in a namespace?</a:t>
            </a:r>
          </a:p>
          <a:p>
            <a:pPr lvl="2"/>
            <a:r>
              <a:rPr sz="3200" b="1" dirty="0">
                <a:solidFill>
                  <a:srgbClr val="FF0000"/>
                </a:solidFill>
              </a:rPr>
              <a:t>a) </a:t>
            </a:r>
            <a:r>
              <a:rPr sz="3200" b="1" dirty="0" err="1">
                <a:solidFill>
                  <a:srgbClr val="FF0000"/>
                </a:solidFill>
              </a:rPr>
              <a:t>kubectl</a:t>
            </a:r>
            <a:r>
              <a:rPr sz="3200" b="1" dirty="0">
                <a:solidFill>
                  <a:srgbClr val="FF0000"/>
                </a:solidFill>
              </a:rPr>
              <a:t> events view</a:t>
            </a:r>
          </a:p>
          <a:p>
            <a:pPr lvl="2"/>
            <a:r>
              <a:rPr sz="3200" b="1" dirty="0">
                <a:solidFill>
                  <a:srgbClr val="FF0000"/>
                </a:solidFill>
              </a:rPr>
              <a:t>b) </a:t>
            </a:r>
            <a:r>
              <a:rPr sz="3200" b="1" dirty="0" err="1">
                <a:solidFill>
                  <a:srgbClr val="FF0000"/>
                </a:solidFill>
              </a:rPr>
              <a:t>kubectl</a:t>
            </a:r>
            <a:r>
              <a:rPr sz="3200" b="1" dirty="0">
                <a:solidFill>
                  <a:srgbClr val="FF0000"/>
                </a:solidFill>
              </a:rPr>
              <a:t> get events</a:t>
            </a:r>
          </a:p>
          <a:p>
            <a:pPr lvl="2"/>
            <a:r>
              <a:rPr sz="3200" b="1" dirty="0">
                <a:solidFill>
                  <a:srgbClr val="FF0000"/>
                </a:solidFill>
              </a:rPr>
              <a:t>c) </a:t>
            </a:r>
            <a:r>
              <a:rPr sz="3200" b="1" dirty="0" err="1">
                <a:solidFill>
                  <a:srgbClr val="FF0000"/>
                </a:solidFill>
              </a:rPr>
              <a:t>kubectl</a:t>
            </a:r>
            <a:r>
              <a:rPr sz="3200" b="1" dirty="0">
                <a:solidFill>
                  <a:srgbClr val="FF0000"/>
                </a:solidFill>
              </a:rPr>
              <a:t> show events</a:t>
            </a:r>
          </a:p>
          <a:p>
            <a:pPr lvl="2"/>
            <a:r>
              <a:rPr sz="3200" b="1" dirty="0">
                <a:solidFill>
                  <a:srgbClr val="FF0000"/>
                </a:solidFill>
              </a:rPr>
              <a:t>d) </a:t>
            </a:r>
            <a:r>
              <a:rPr sz="3200" b="1" dirty="0" err="1">
                <a:solidFill>
                  <a:srgbClr val="FF0000"/>
                </a:solidFill>
              </a:rPr>
              <a:t>kubectl</a:t>
            </a:r>
            <a:r>
              <a:rPr sz="3200" b="1" dirty="0">
                <a:solidFill>
                  <a:srgbClr val="FF0000"/>
                </a:solidFill>
              </a:rPr>
              <a:t> describe events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command is used to view events in a namespace?</a:t>
            </a:r>
          </a:p>
          <a:p>
            <a:pPr lvl="1"/>
            <a:r>
              <a:rPr dirty="0"/>
              <a:t>a) </a:t>
            </a:r>
            <a:r>
              <a:rPr dirty="0" err="1"/>
              <a:t>kubectl</a:t>
            </a:r>
            <a:r>
              <a:rPr dirty="0"/>
              <a:t> events view</a:t>
            </a:r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rPr dirty="0"/>
              <a:t>b) </a:t>
            </a:r>
            <a:r>
              <a:rPr dirty="0" err="1"/>
              <a:t>kubectl</a:t>
            </a:r>
            <a:r>
              <a:rPr dirty="0"/>
              <a:t> get events</a:t>
            </a:r>
          </a:p>
          <a:p>
            <a:pPr lvl="1"/>
            <a:r>
              <a:rPr dirty="0"/>
              <a:t>c) </a:t>
            </a:r>
            <a:r>
              <a:rPr dirty="0" err="1"/>
              <a:t>kubectl</a:t>
            </a:r>
            <a:r>
              <a:rPr dirty="0"/>
              <a:t> show events</a:t>
            </a:r>
          </a:p>
          <a:p>
            <a:pPr lvl="1"/>
            <a:r>
              <a:rPr dirty="0"/>
              <a:t>d) </a:t>
            </a:r>
            <a:r>
              <a:rPr dirty="0" err="1"/>
              <a:t>kubectl</a:t>
            </a:r>
            <a:r>
              <a:rPr dirty="0"/>
              <a:t> describe events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 a multi-container pod, how do containers typically share data?</a:t>
            </a:r>
          </a:p>
          <a:p>
            <a:pPr lvl="2"/>
            <a:r>
              <a:rPr sz="3600" b="1" dirty="0">
                <a:solidFill>
                  <a:srgbClr val="FF0000"/>
                </a:solidFill>
              </a:rPr>
              <a:t>a) Using separate volumes</a:t>
            </a:r>
          </a:p>
          <a:p>
            <a:pPr lvl="2"/>
            <a:r>
              <a:rPr sz="3600" b="1" dirty="0">
                <a:solidFill>
                  <a:srgbClr val="FF0000"/>
                </a:solidFill>
              </a:rPr>
              <a:t>b) Using shared memory</a:t>
            </a:r>
          </a:p>
          <a:p>
            <a:pPr lvl="2"/>
            <a:r>
              <a:rPr sz="3600" b="1" dirty="0">
                <a:solidFill>
                  <a:srgbClr val="FF0000"/>
                </a:solidFill>
              </a:rPr>
              <a:t>c) Using shared volumes mounted to both containers</a:t>
            </a:r>
          </a:p>
          <a:p>
            <a:pPr lvl="2"/>
            <a:r>
              <a:rPr sz="3600" b="1" dirty="0">
                <a:solidFill>
                  <a:srgbClr val="FF0000"/>
                </a:solidFill>
              </a:rPr>
              <a:t>d) They cannot share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 a multi-container pod, how do containers typically share data?</a:t>
            </a:r>
          </a:p>
          <a:p>
            <a:pPr lvl="1"/>
            <a:r>
              <a:rPr dirty="0"/>
              <a:t>a) Using separate volumes</a:t>
            </a:r>
          </a:p>
          <a:p>
            <a:pPr lvl="1"/>
            <a:r>
              <a:rPr dirty="0"/>
              <a:t>b) Using shared memory</a:t>
            </a:r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rPr dirty="0"/>
              <a:t>c) Using shared volumes mounted to both containers</a:t>
            </a:r>
          </a:p>
          <a:p>
            <a:pPr lvl="1"/>
            <a:r>
              <a:rPr dirty="0"/>
              <a:t>d) They cannot share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key benefit of using multiple containers in the same pod?</a:t>
            </a:r>
          </a:p>
          <a:p>
            <a:pPr lvl="2"/>
            <a:r>
              <a:rPr sz="3600" b="1" dirty="0">
                <a:solidFill>
                  <a:srgbClr val="FF0000"/>
                </a:solidFill>
              </a:rPr>
              <a:t>a) Improved performance</a:t>
            </a:r>
          </a:p>
          <a:p>
            <a:pPr lvl="2"/>
            <a:r>
              <a:rPr sz="3600" b="1" dirty="0">
                <a:solidFill>
                  <a:srgbClr val="FF0000"/>
                </a:solidFill>
              </a:rPr>
              <a:t>b) Sharing the same storage and network namespace</a:t>
            </a:r>
          </a:p>
          <a:p>
            <a:pPr lvl="2"/>
            <a:r>
              <a:rPr sz="3600" b="1" dirty="0">
                <a:solidFill>
                  <a:srgbClr val="FF0000"/>
                </a:solidFill>
              </a:rPr>
              <a:t>c) Increased scalability</a:t>
            </a:r>
          </a:p>
          <a:p>
            <a:pPr lvl="2"/>
            <a:r>
              <a:rPr sz="3600" b="1" dirty="0">
                <a:solidFill>
                  <a:srgbClr val="FF0000"/>
                </a:solidFill>
              </a:rPr>
              <a:t>d) Automatic backups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key benefit of using multiple containers in the same pod?</a:t>
            </a:r>
          </a:p>
          <a:p>
            <a:pPr lvl="1"/>
            <a:r>
              <a:rPr dirty="0"/>
              <a:t>a) Improved performance</a:t>
            </a:r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rPr dirty="0"/>
              <a:t>b) Sharing the same storage and network namespace</a:t>
            </a:r>
          </a:p>
          <a:p>
            <a:pPr lvl="1"/>
            <a:r>
              <a:rPr dirty="0"/>
              <a:t>c) Increased scalability</a:t>
            </a:r>
          </a:p>
          <a:p>
            <a:pPr lvl="1"/>
            <a:r>
              <a:rPr dirty="0"/>
              <a:t>d) Automatic backups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556171" cy="4525963"/>
          </a:xfrm>
        </p:spPr>
        <p:txBody>
          <a:bodyPr>
            <a:normAutofit fontScale="92500"/>
          </a:bodyPr>
          <a:lstStyle/>
          <a:p>
            <a:r>
              <a:rPr dirty="0"/>
              <a:t>Which command initiates a rolling update using Helm?</a:t>
            </a:r>
          </a:p>
          <a:p>
            <a:pPr lvl="2"/>
            <a:r>
              <a:rPr sz="3600" b="1" dirty="0">
                <a:solidFill>
                  <a:srgbClr val="FF0000"/>
                </a:solidFill>
              </a:rPr>
              <a:t>a) helm install &lt;release-name&gt; &lt;chart&gt; --upgrade</a:t>
            </a:r>
          </a:p>
          <a:p>
            <a:pPr lvl="2"/>
            <a:r>
              <a:rPr sz="3600" b="1" dirty="0">
                <a:solidFill>
                  <a:srgbClr val="FF0000"/>
                </a:solidFill>
              </a:rPr>
              <a:t>b) helm update &lt;release-name&gt; &lt;chart&gt;</a:t>
            </a:r>
          </a:p>
          <a:p>
            <a:pPr lvl="2"/>
            <a:r>
              <a:rPr sz="3600" b="1" dirty="0">
                <a:solidFill>
                  <a:srgbClr val="FF0000"/>
                </a:solidFill>
              </a:rPr>
              <a:t>c) helm upgrade &lt;release-name&gt; &lt;chart&gt;</a:t>
            </a:r>
          </a:p>
          <a:p>
            <a:pPr lvl="2"/>
            <a:r>
              <a:rPr sz="3600" b="1" dirty="0">
                <a:solidFill>
                  <a:srgbClr val="FF0000"/>
                </a:solidFill>
              </a:rPr>
              <a:t>d) helm deploy &lt;release-name&gt; &lt;chart&gt;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command initiates a rolling update using Helm?</a:t>
            </a:r>
          </a:p>
          <a:p>
            <a:pPr lvl="1"/>
            <a:r>
              <a:rPr dirty="0"/>
              <a:t>a) helm install &lt;release-name&gt; &lt;chart&gt; --upgrade</a:t>
            </a:r>
          </a:p>
          <a:p>
            <a:pPr lvl="1"/>
            <a:r>
              <a:rPr dirty="0"/>
              <a:t>b) helm update &lt;release-name&gt; &lt;chart&gt;</a:t>
            </a:r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rPr dirty="0"/>
              <a:t>c) helm upgrade &lt;release-name&gt; &lt;chart&gt;</a:t>
            </a:r>
          </a:p>
          <a:p>
            <a:pPr lvl="1"/>
            <a:r>
              <a:rPr dirty="0"/>
              <a:t>d) helm deploy &lt;release-name&gt; &lt;chart&gt;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dirty="0"/>
              <a:t>What is the primary purpose of a </a:t>
            </a:r>
            <a:r>
              <a:rPr dirty="0" err="1"/>
              <a:t>ServiceAccount</a:t>
            </a:r>
            <a:r>
              <a:rPr dirty="0"/>
              <a:t> in Kubernetes?</a:t>
            </a:r>
          </a:p>
          <a:p>
            <a:pPr lvl="2"/>
            <a:r>
              <a:rPr sz="3200" b="1" dirty="0">
                <a:solidFill>
                  <a:srgbClr val="FF0000"/>
                </a:solidFill>
              </a:rPr>
              <a:t>a) Assign users to groups</a:t>
            </a:r>
          </a:p>
          <a:p>
            <a:pPr lvl="2"/>
            <a:r>
              <a:rPr sz="3200" b="1" dirty="0">
                <a:solidFill>
                  <a:srgbClr val="FF0000"/>
                </a:solidFill>
              </a:rPr>
              <a:t>b) Store user credentials</a:t>
            </a:r>
          </a:p>
          <a:p>
            <a:pPr lvl="2"/>
            <a:r>
              <a:rPr sz="3200" b="1" dirty="0">
                <a:solidFill>
                  <a:srgbClr val="FF0000"/>
                </a:solidFill>
              </a:rPr>
              <a:t>c) Provide identity for pods to interact with the API server</a:t>
            </a:r>
          </a:p>
          <a:p>
            <a:pPr lvl="2"/>
            <a:r>
              <a:rPr sz="3200" b="1" dirty="0">
                <a:solidFill>
                  <a:srgbClr val="FF0000"/>
                </a:solidFill>
              </a:rPr>
              <a:t>d) Assign storage classes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primary purpose of a </a:t>
            </a:r>
            <a:r>
              <a:rPr dirty="0" err="1"/>
              <a:t>ServiceAccount</a:t>
            </a:r>
            <a:r>
              <a:rPr dirty="0"/>
              <a:t> in Kubernetes?</a:t>
            </a:r>
          </a:p>
          <a:p>
            <a:pPr lvl="1"/>
            <a:r>
              <a:rPr dirty="0"/>
              <a:t>a) Assign users to groups</a:t>
            </a:r>
          </a:p>
          <a:p>
            <a:pPr lvl="1"/>
            <a:r>
              <a:rPr dirty="0"/>
              <a:t>b) Store user credentials</a:t>
            </a:r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rPr dirty="0"/>
              <a:t>c) Provide identity for pods to interact with the API server</a:t>
            </a:r>
          </a:p>
          <a:p>
            <a:pPr lvl="1"/>
            <a:r>
              <a:rPr dirty="0"/>
              <a:t>d) Assign storage classes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does a Role define in Kubernetes?</a:t>
            </a:r>
          </a:p>
          <a:p>
            <a:pPr lvl="2"/>
            <a:r>
              <a:rPr sz="3200" b="1" dirty="0">
                <a:solidFill>
                  <a:srgbClr val="FF0000"/>
                </a:solidFill>
              </a:rPr>
              <a:t>a) What resources a user can access within a namespace</a:t>
            </a:r>
          </a:p>
          <a:p>
            <a:pPr lvl="2"/>
            <a:r>
              <a:rPr sz="3200" b="1" dirty="0">
                <a:solidFill>
                  <a:srgbClr val="FF0000"/>
                </a:solidFill>
              </a:rPr>
              <a:t>b) User login policies</a:t>
            </a:r>
          </a:p>
          <a:p>
            <a:pPr lvl="2"/>
            <a:r>
              <a:rPr sz="3200" b="1" dirty="0">
                <a:solidFill>
                  <a:srgbClr val="FF0000"/>
                </a:solidFill>
              </a:rPr>
              <a:t>c) Node-level permissions</a:t>
            </a:r>
          </a:p>
          <a:p>
            <a:pPr lvl="2"/>
            <a:r>
              <a:rPr sz="3200" b="1" dirty="0">
                <a:solidFill>
                  <a:srgbClr val="FF0000"/>
                </a:solidFill>
              </a:rPr>
              <a:t>d) Cluster-wide configuration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does a Role define in Kubernetes?</a:t>
            </a:r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rPr dirty="0"/>
              <a:t>a) What resources a user can access within a namespace</a:t>
            </a:r>
          </a:p>
          <a:p>
            <a:pPr lvl="1"/>
            <a:r>
              <a:rPr dirty="0"/>
              <a:t>b) User login policies</a:t>
            </a:r>
          </a:p>
          <a:p>
            <a:pPr lvl="1"/>
            <a:r>
              <a:rPr dirty="0"/>
              <a:t>c) Node-level permissions</a:t>
            </a:r>
          </a:p>
          <a:p>
            <a:pPr lvl="1"/>
            <a:r>
              <a:rPr dirty="0"/>
              <a:t>d) Cluster-wide configuration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Select all commands used to describe Kubernetes objects (Multi-choice)</a:t>
            </a:r>
          </a:p>
          <a:p>
            <a:pPr lvl="2"/>
            <a:r>
              <a:rPr sz="3200" b="1" dirty="0">
                <a:solidFill>
                  <a:srgbClr val="FF0000"/>
                </a:solidFill>
              </a:rPr>
              <a:t>a) </a:t>
            </a:r>
            <a:r>
              <a:rPr sz="3200" b="1" dirty="0" err="1">
                <a:solidFill>
                  <a:srgbClr val="FF0000"/>
                </a:solidFill>
              </a:rPr>
              <a:t>kubectl</a:t>
            </a:r>
            <a:r>
              <a:rPr sz="3200" b="1" dirty="0">
                <a:solidFill>
                  <a:srgbClr val="FF0000"/>
                </a:solidFill>
              </a:rPr>
              <a:t> get &lt;resource&gt;</a:t>
            </a:r>
          </a:p>
          <a:p>
            <a:pPr lvl="2"/>
            <a:r>
              <a:rPr sz="3200" b="1" dirty="0">
                <a:solidFill>
                  <a:srgbClr val="FF0000"/>
                </a:solidFill>
              </a:rPr>
              <a:t>b) </a:t>
            </a:r>
            <a:r>
              <a:rPr sz="3200" b="1" dirty="0" err="1">
                <a:solidFill>
                  <a:srgbClr val="FF0000"/>
                </a:solidFill>
              </a:rPr>
              <a:t>kubectl</a:t>
            </a:r>
            <a:r>
              <a:rPr sz="3200" b="1" dirty="0">
                <a:solidFill>
                  <a:srgbClr val="FF0000"/>
                </a:solidFill>
              </a:rPr>
              <a:t> describe &lt;resource&gt;</a:t>
            </a:r>
          </a:p>
          <a:p>
            <a:pPr lvl="2"/>
            <a:r>
              <a:rPr sz="3200" b="1" dirty="0">
                <a:solidFill>
                  <a:srgbClr val="FF0000"/>
                </a:solidFill>
              </a:rPr>
              <a:t>c) </a:t>
            </a:r>
            <a:r>
              <a:rPr sz="3200" b="1" dirty="0" err="1">
                <a:solidFill>
                  <a:srgbClr val="FF0000"/>
                </a:solidFill>
              </a:rPr>
              <a:t>kubectl</a:t>
            </a:r>
            <a:r>
              <a:rPr sz="3200" b="1" dirty="0">
                <a:solidFill>
                  <a:srgbClr val="FF0000"/>
                </a:solidFill>
              </a:rPr>
              <a:t> logs &lt;pod-name&gt;</a:t>
            </a:r>
          </a:p>
          <a:p>
            <a:pPr lvl="2"/>
            <a:r>
              <a:rPr sz="3200" b="1" dirty="0">
                <a:solidFill>
                  <a:srgbClr val="FF0000"/>
                </a:solidFill>
              </a:rPr>
              <a:t>d) </a:t>
            </a:r>
            <a:r>
              <a:rPr sz="3200" b="1" dirty="0" err="1">
                <a:solidFill>
                  <a:srgbClr val="FF0000"/>
                </a:solidFill>
              </a:rPr>
              <a:t>kubectl</a:t>
            </a:r>
            <a:r>
              <a:rPr sz="3200" b="1" dirty="0">
                <a:solidFill>
                  <a:srgbClr val="FF0000"/>
                </a:solidFill>
              </a:rPr>
              <a:t> explain &lt;resource&gt;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Select all commands used to describe Kubernetes objects (Multi-choice)</a:t>
            </a:r>
          </a:p>
          <a:p>
            <a:pPr lvl="1"/>
            <a:r>
              <a:rPr dirty="0"/>
              <a:t>a) </a:t>
            </a:r>
            <a:r>
              <a:rPr dirty="0" err="1"/>
              <a:t>kubectl</a:t>
            </a:r>
            <a:r>
              <a:rPr dirty="0"/>
              <a:t> get &lt;resource&gt;</a:t>
            </a:r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rPr dirty="0"/>
              <a:t>b) </a:t>
            </a:r>
            <a:r>
              <a:rPr dirty="0" err="1"/>
              <a:t>kubectl</a:t>
            </a:r>
            <a:r>
              <a:rPr dirty="0"/>
              <a:t> describe &lt;resource&gt;</a:t>
            </a:r>
          </a:p>
          <a:p>
            <a:pPr lvl="1"/>
            <a:r>
              <a:rPr dirty="0"/>
              <a:t>c) </a:t>
            </a:r>
            <a:r>
              <a:rPr dirty="0" err="1"/>
              <a:t>kubectl</a:t>
            </a:r>
            <a:r>
              <a:rPr dirty="0"/>
              <a:t> logs &lt;pod-name&gt;</a:t>
            </a:r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rPr dirty="0"/>
              <a:t>d) </a:t>
            </a:r>
            <a:r>
              <a:rPr dirty="0" err="1"/>
              <a:t>kubectl</a:t>
            </a:r>
            <a:r>
              <a:rPr dirty="0"/>
              <a:t> explain &lt;resource&gt;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Select all components that can be part of a </a:t>
            </a:r>
            <a:r>
              <a:rPr dirty="0" err="1"/>
              <a:t>RoleBinding</a:t>
            </a:r>
            <a:r>
              <a:rPr dirty="0"/>
              <a:t> (Multi-choice)</a:t>
            </a:r>
          </a:p>
          <a:p>
            <a:pPr lvl="2"/>
            <a:r>
              <a:rPr sz="3200" b="1" dirty="0">
                <a:solidFill>
                  <a:srgbClr val="FF0000"/>
                </a:solidFill>
              </a:rPr>
              <a:t>a) </a:t>
            </a:r>
            <a:r>
              <a:rPr sz="3200" b="1" dirty="0" err="1">
                <a:solidFill>
                  <a:srgbClr val="FF0000"/>
                </a:solidFill>
              </a:rPr>
              <a:t>ServiceAccount</a:t>
            </a:r>
            <a:endParaRPr sz="3200" b="1" dirty="0">
              <a:solidFill>
                <a:srgbClr val="FF0000"/>
              </a:solidFill>
            </a:endParaRPr>
          </a:p>
          <a:p>
            <a:pPr lvl="2"/>
            <a:r>
              <a:rPr sz="3200" b="1" dirty="0">
                <a:solidFill>
                  <a:srgbClr val="FF0000"/>
                </a:solidFill>
              </a:rPr>
              <a:t>b) </a:t>
            </a:r>
            <a:r>
              <a:rPr sz="3200" b="1" dirty="0" err="1">
                <a:solidFill>
                  <a:srgbClr val="FF0000"/>
                </a:solidFill>
              </a:rPr>
              <a:t>ConfigMap</a:t>
            </a:r>
            <a:endParaRPr sz="3200" b="1" dirty="0">
              <a:solidFill>
                <a:srgbClr val="FF0000"/>
              </a:solidFill>
            </a:endParaRPr>
          </a:p>
          <a:p>
            <a:pPr lvl="2"/>
            <a:r>
              <a:rPr sz="3200" b="1" dirty="0">
                <a:solidFill>
                  <a:srgbClr val="FF0000"/>
                </a:solidFill>
              </a:rPr>
              <a:t>c) </a:t>
            </a:r>
            <a:r>
              <a:rPr lang="en-US" sz="3200" b="1" dirty="0">
                <a:solidFill>
                  <a:srgbClr val="FF0000"/>
                </a:solidFill>
              </a:rPr>
              <a:t>User</a:t>
            </a:r>
            <a:endParaRPr sz="3200" b="1" dirty="0">
              <a:solidFill>
                <a:srgbClr val="FF0000"/>
              </a:solidFill>
            </a:endParaRPr>
          </a:p>
          <a:p>
            <a:pPr lvl="2"/>
            <a:r>
              <a:rPr sz="3200" b="1" dirty="0">
                <a:solidFill>
                  <a:srgbClr val="FF0000"/>
                </a:solidFill>
              </a:rPr>
              <a:t>d) Role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Select all components that can be part of a </a:t>
            </a:r>
            <a:r>
              <a:rPr dirty="0" err="1"/>
              <a:t>RoleBinding</a:t>
            </a:r>
            <a:r>
              <a:rPr dirty="0"/>
              <a:t> (Multi-choice)</a:t>
            </a:r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rPr dirty="0"/>
              <a:t>a) </a:t>
            </a:r>
            <a:r>
              <a:rPr dirty="0" err="1"/>
              <a:t>ServiceAccount</a:t>
            </a:r>
            <a:endParaRPr dirty="0"/>
          </a:p>
          <a:p>
            <a:pPr lvl="1"/>
            <a:r>
              <a:rPr dirty="0"/>
              <a:t>b) </a:t>
            </a:r>
            <a:r>
              <a:rPr dirty="0" err="1"/>
              <a:t>ConfigMap</a:t>
            </a:r>
            <a:endParaRPr dirty="0"/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rPr dirty="0"/>
              <a:t>c) </a:t>
            </a:r>
            <a:r>
              <a:rPr lang="en-US" dirty="0"/>
              <a:t>User</a:t>
            </a:r>
            <a:endParaRPr dirty="0"/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rPr dirty="0"/>
              <a:t>d) Role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790</Words>
  <Application>Microsoft Office PowerPoint</Application>
  <PresentationFormat>On-screen Show (4:3)</PresentationFormat>
  <Paragraphs>122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Kubernetes CKD: Practice Questions - Part 2</vt:lpstr>
      <vt:lpstr>Question</vt:lpstr>
      <vt:lpstr>Answer</vt:lpstr>
      <vt:lpstr>Question</vt:lpstr>
      <vt:lpstr>Answer</vt:lpstr>
      <vt:lpstr>Question</vt:lpstr>
      <vt:lpstr>Answer</vt:lpstr>
      <vt:lpstr>Question</vt:lpstr>
      <vt:lpstr>Answer</vt:lpstr>
      <vt:lpstr>Question</vt:lpstr>
      <vt:lpstr>Answer</vt:lpstr>
      <vt:lpstr>Question</vt:lpstr>
      <vt:lpstr>Answer</vt:lpstr>
      <vt:lpstr>Question</vt:lpstr>
      <vt:lpstr>Answer</vt:lpstr>
      <vt:lpstr>Question</vt:lpstr>
      <vt:lpstr>Answer</vt:lpstr>
      <vt:lpstr>Question</vt:lpstr>
      <vt:lpstr>Answer</vt:lpstr>
      <vt:lpstr>Question</vt:lpstr>
      <vt:lpstr>Answer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Info Desk</cp:lastModifiedBy>
  <cp:revision>2</cp:revision>
  <dcterms:created xsi:type="dcterms:W3CDTF">2013-01-27T09:14:16Z</dcterms:created>
  <dcterms:modified xsi:type="dcterms:W3CDTF">2025-07-17T15:01:08Z</dcterms:modified>
  <cp:category/>
</cp:coreProperties>
</file>